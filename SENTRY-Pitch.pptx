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2668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668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2668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4572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23960" y="114300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23960" y="224028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23960" y="333756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23960" y="4434840"/>
            <a:ext cx="36576" cy="36576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DUBAI CUSTOMS AUTHORITY  ·  AI PILOT PROGRAM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8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SENTRY</a:t>
            </a:r>
            <a:endParaRPr lang="en-US" sz="8800" dirty="0"/>
          </a:p>
        </p:txBody>
      </p:sp>
      <p:sp>
        <p:nvSpPr>
          <p:cNvPr id="50" name="Text 48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 doesn't lie. Declarations do.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457200" y="2971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cargo intelligence that connects scanner images, declaration data, and risk watchlists — detecting threats in 2.3 seconds.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949440" y="1005840"/>
            <a:ext cx="1920240" cy="100584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10789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69494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Shipments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949440" y="2194560"/>
            <a:ext cx="1920240" cy="100584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226771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2.3s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94944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Analysis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949440" y="3383280"/>
            <a:ext cx="1920240" cy="100584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34564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17M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694944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Declarations/yr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NOTE: 0:00 – 0:45  |  Hook + intro. Read the opening line with a pause after "Declarations do."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Systems in silos.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Officers under pressure.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50,000+ shipments pass through Dubai ports. Officers have seconds to decide — but these three critical systems never talk to each other.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 a people problem.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systems problem."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286000" cy="1463040"/>
          </a:xfrm>
          <a:prstGeom prst="rect">
            <a:avLst/>
          </a:prstGeom>
          <a:solidFill>
            <a:srgbClr val="0D1829"/>
          </a:solidFill>
          <a:ln w="19050">
            <a:solidFill>
              <a:srgbClr val="1E3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X-Ray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3200400"/>
            <a:ext cx="2286000" cy="1463040"/>
          </a:xfrm>
          <a:prstGeom prst="rect">
            <a:avLst/>
          </a:prstGeom>
          <a:solidFill>
            <a:srgbClr val="0D1829"/>
          </a:solidFill>
          <a:ln w="19050">
            <a:solidFill>
              <a:srgbClr val="1E3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291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Declaration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2286000" cy="1463040"/>
          </a:xfrm>
          <a:prstGeom prst="rect">
            <a:avLst/>
          </a:prstGeom>
          <a:solidFill>
            <a:srgbClr val="0D1829"/>
          </a:solidFill>
          <a:ln w="19050">
            <a:solidFill>
              <a:srgbClr val="1E3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291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Watchlist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NOTE: 0:45 – 1:30  |  Emphasize "silos." Let the three disconnected boxes land visually.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SENTRY — a lie detector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cargo.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2286000"/>
            <a:ext cx="2743200" cy="24688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286000"/>
            <a:ext cx="2743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Scanner Images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analyses X-ray and CT scans — checking if physical shape, density, and volume match declared goods.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743200" cy="24688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23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3035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Declaration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520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code validation, weight-to-value checks, NLP entity analysis, invoice intelligence. Does the paperwork make sense?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743200" cy="24688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286000"/>
            <a:ext cx="2743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423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3035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Intelligence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WCO watchlists, known smuggling route profiles, entity graph connections — who is really sending this shipment?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9788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NOTE: 1:30 – 2:15  |  "Three streams, one decision." Pause on each card.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three streams. One decision.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931920" cy="13258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54864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scan: does shape, density &amp; volume match declaration? Detects hidden voids and density anomalies.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931920" cy="13258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554480"/>
            <a:ext cx="54864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64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46320" y="1901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paperwork: weight plausible? Invoice suspicious? First-time importer with high-value consignment?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931920" cy="13258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08960"/>
            <a:ext cx="54864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18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Model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watchlists and route databases. Has this consignee appeared in prior flagged shipments?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931920" cy="13258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108960"/>
            <a:ext cx="54864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18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Fusion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all three in 2.3s. Outputs a 0–100 risk score with specific, actionable flags.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716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FLAG = QUESTION   ·   THREE FLAGS ON THE SAME SHIPMENT = HOLD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LIVE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Cargo Analysis Terminal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40480" cy="338328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 INPUTS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Country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3474720" cy="25603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Afghanistan (High-Risk Corridor)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Goods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3474720" cy="25603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24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Textile Fabric (HS 5208)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Weight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3474720" cy="25603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kg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Value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3474720" cy="25603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21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 180  ($4.50/kg)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Consignee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3474720" cy="25603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70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First-time importer — no history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114800" cy="3383280"/>
          </a:xfrm>
          <a:prstGeom prst="rect">
            <a:avLst/>
          </a:prstGeom>
          <a:solidFill>
            <a:srgbClr val="0D1829"/>
          </a:solidFill>
          <a:ln w="12700">
            <a:solidFill>
              <a:srgbClr val="2A10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417320"/>
            <a:ext cx="41148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SENTRY RESULT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00600" y="18288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60807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100 RISK 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2240280"/>
            <a:ext cx="2468880" cy="365760"/>
          </a:xfrm>
          <a:prstGeom prst="rect">
            <a:avLst/>
          </a:prstGeom>
          <a:solidFill>
            <a:srgbClr val="1A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EXAMINATION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2788920"/>
            <a:ext cx="3749040" cy="384048"/>
          </a:xfrm>
          <a:prstGeom prst="rect">
            <a:avLst/>
          </a:prstGeom>
          <a:solidFill>
            <a:srgbClr val="120505"/>
          </a:solidFill>
          <a:ln w="12700">
            <a:solidFill>
              <a:srgbClr val="3D0F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⊗  Density: scan ~180kg, declared 40kg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264408"/>
            <a:ext cx="3749040" cy="384048"/>
          </a:xfrm>
          <a:prstGeom prst="rect">
            <a:avLst/>
          </a:prstGeom>
          <a:solidFill>
            <a:srgbClr val="120505"/>
          </a:solidFill>
          <a:ln w="12700">
            <a:solidFill>
              <a:srgbClr val="3D0F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264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⊗  Invoice $4.50/kg — market rate $45+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739896"/>
            <a:ext cx="3749040" cy="384048"/>
          </a:xfrm>
          <a:prstGeom prst="rect">
            <a:avLst/>
          </a:prstGeom>
          <a:solidFill>
            <a:srgbClr val="120505"/>
          </a:solidFill>
          <a:ln w="12700">
            <a:solidFill>
              <a:srgbClr val="3D0F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398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⊗  Route: known narcotics corridor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4215384"/>
            <a:ext cx="3749040" cy="384048"/>
          </a:xfrm>
          <a:prstGeom prst="rect">
            <a:avLst/>
          </a:prstGeom>
          <a:solidFill>
            <a:srgbClr val="120505"/>
          </a:solidFill>
          <a:ln w="12700">
            <a:solidFill>
              <a:srgbClr val="3D0F0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215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⊗  Consignee in 2 prior flagged shipments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4645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completed in 2.3 seconds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NOTE: 2:15 – 4:00  |  SWITCH TO LIVE DEMO here. This slide is backup. Walk through each flag slowly.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that matter.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150876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35224"/>
            <a:ext cx="3931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17M+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Declarations / Year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Customs processes 17 million declarations annually. SENTRY screens every one in real time.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150876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935224"/>
            <a:ext cx="3931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4632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Shipment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20+ minutes of manual cross-referencing. Officers focus on what matters.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3931920" cy="150876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626864"/>
            <a:ext cx="3931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Improvement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accuracy improvement over manual inspection. False positives under 0.4%.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931920" cy="150876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626864"/>
            <a:ext cx="3931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46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$400B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84632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 Volume Protected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trade through Dubai that SENTRY helps secure — across all corridors.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NOTE: 4:00 – 5:15  |  Let each number land. Say "0.5% improvement = tens of thousands of flagged shipments."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"SENTRY doesn't replace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customs officers.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i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makes them superhuman."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3474720"/>
            <a:ext cx="2606040" cy="118872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The scanners exist.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and CT systems are already deployed.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606040" cy="118872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The databases exist.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and watchlist DBs are operational.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3474720"/>
            <a:ext cx="2606040" cy="118872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The AI exists.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connected them — and built SENTRY.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NOTE: 5:15 – 7:00  |  Deliver the quote slowly. Then each checkmark. End on "Thank you." — silence is your power.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SENTRY — AI Cargo Intelligence</dc:title>
  <dc:subject>PptxGenJS Presentation</dc:subject>
  <dc:creator>PptxGenJS</dc:creator>
  <cp:lastModifiedBy>PptxGenJS</cp:lastModifiedBy>
  <cp:revision>1</cp:revision>
  <dcterms:created xsi:type="dcterms:W3CDTF">2026-05-20T06:38:33Z</dcterms:created>
  <dcterms:modified xsi:type="dcterms:W3CDTF">2026-05-20T06:38:33Z</dcterms:modified>
</cp:coreProperties>
</file>